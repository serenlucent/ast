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66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63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921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49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31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31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50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1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88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48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87790-7572-4E5C-9F44-EB4E8A80ACFF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1CF08-D90B-4B41-B1AC-160BD27BD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4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978090" y="1010268"/>
            <a:ext cx="8434874" cy="1642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275126"/>
            <a:ext cx="9144000" cy="1112473"/>
          </a:xfrm>
        </p:spPr>
        <p:txBody>
          <a:bodyPr/>
          <a:lstStyle/>
          <a:p>
            <a:r>
              <a:rPr lang="ko-KR" altLang="en-US" dirty="0" smtClean="0"/>
              <a:t>신규 프로젝트 기획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694415" y="4446165"/>
            <a:ext cx="3973585" cy="1365308"/>
          </a:xfrm>
        </p:spPr>
        <p:txBody>
          <a:bodyPr/>
          <a:lstStyle/>
          <a:p>
            <a:r>
              <a:rPr lang="en-US" altLang="ko-KR" dirty="0" smtClean="0"/>
              <a:t>YT </a:t>
            </a:r>
            <a:r>
              <a:rPr lang="ko-KR" altLang="en-US" dirty="0" smtClean="0"/>
              <a:t>스튜디오</a:t>
            </a:r>
            <a:endParaRPr lang="en-US" altLang="ko-KR" dirty="0" smtClean="0"/>
          </a:p>
          <a:p>
            <a:r>
              <a:rPr lang="ko-KR" altLang="en-US" dirty="0" smtClean="0"/>
              <a:t>프로그램 </a:t>
            </a:r>
            <a:r>
              <a:rPr lang="en-US" altLang="ko-KR" dirty="0" smtClean="0"/>
              <a:t>Unit</a:t>
            </a:r>
          </a:p>
          <a:p>
            <a:r>
              <a:rPr lang="ko-KR" altLang="en-US" dirty="0" smtClean="0"/>
              <a:t>최경식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7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06011" y="427839"/>
            <a:ext cx="10385571" cy="1174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좋은 게임이 되기 위하여 반드시 생각해야 할 요소</a:t>
            </a:r>
            <a:endParaRPr lang="ko-KR" altLang="en-US" sz="3200" dirty="0"/>
          </a:p>
        </p:txBody>
      </p:sp>
      <p:sp>
        <p:nvSpPr>
          <p:cNvPr id="3" name="직사각형 2"/>
          <p:cNvSpPr/>
          <p:nvPr/>
        </p:nvSpPr>
        <p:spPr>
          <a:xfrm>
            <a:off x="838200" y="2002764"/>
            <a:ext cx="919194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매일 꾸준한 성장을 위한 성취감 부여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현대 사회에 맞고 트렌드에 맞는 간단한 조작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대중교통 </a:t>
            </a:r>
            <a:r>
              <a:rPr lang="ko-KR" altLang="en-US" dirty="0" err="1" smtClean="0"/>
              <a:t>탑승중에도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잠깐씩이라도</a:t>
            </a:r>
            <a:endParaRPr lang="en-US" altLang="ko-KR" dirty="0" smtClean="0"/>
          </a:p>
          <a:p>
            <a:r>
              <a:rPr lang="ko-KR" altLang="en-US" dirty="0" smtClean="0"/>
              <a:t>    얻을 수 있는 </a:t>
            </a:r>
            <a:r>
              <a:rPr lang="ko-KR" altLang="en-US" dirty="0" err="1" smtClean="0"/>
              <a:t>리워드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숙제같은 지루한 반복 효과가 아닌 자발적 반복 효과를 부여하여 지속적인 접속 유도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최대한의 고민거리를 줄여 </a:t>
            </a:r>
            <a:r>
              <a:rPr lang="ko-KR" altLang="en-US" dirty="0" err="1" smtClean="0"/>
              <a:t>단방향</a:t>
            </a:r>
            <a:r>
              <a:rPr lang="ko-KR" altLang="en-US" dirty="0" smtClean="0"/>
              <a:t> 플레이로 누구나 시작하기 쉬운 게임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632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39567" y="469783"/>
            <a:ext cx="10352015" cy="11492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흥행에 방해가 되며 피해야 할 요소</a:t>
            </a:r>
            <a:endParaRPr lang="ko-KR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38199" y="2155971"/>
            <a:ext cx="92295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처음 접할 때부터 배워야 할 요소들이 너무 많고 복잡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다음은 어디로 가야할 지 헤매는 맵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캐쉬 아이템의 벽으로 </a:t>
            </a:r>
            <a:r>
              <a:rPr lang="ko-KR" altLang="en-US" dirty="0" err="1" smtClean="0"/>
              <a:t>과금이</a:t>
            </a:r>
            <a:r>
              <a:rPr lang="ko-KR" altLang="en-US" dirty="0" smtClean="0"/>
              <a:t> 아니면 더 이상의 성장을 기대할 수 없는 </a:t>
            </a:r>
            <a:r>
              <a:rPr lang="ko-KR" altLang="en-US" dirty="0" err="1" smtClean="0"/>
              <a:t>매출전략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성장을 통해 한번 지나간 </a:t>
            </a:r>
            <a:r>
              <a:rPr lang="ko-KR" altLang="en-US" dirty="0" err="1" smtClean="0"/>
              <a:t>맵은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두번다시</a:t>
            </a:r>
            <a:r>
              <a:rPr lang="ko-KR" altLang="en-US" dirty="0" smtClean="0"/>
              <a:t> 방문하지 않는 버려진 </a:t>
            </a:r>
            <a:r>
              <a:rPr lang="ko-KR" altLang="en-US" dirty="0" err="1" smtClean="0"/>
              <a:t>맵들의</a:t>
            </a:r>
            <a:r>
              <a:rPr lang="ko-KR" altLang="en-US" dirty="0" smtClean="0"/>
              <a:t> 존재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누군가와 강제로 파티를 하지 않으면 얻을 수 없거나 성장하지 못하는 파티 시스템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74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최초 로그인 및 게임 시작 시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87784"/>
            <a:ext cx="4659086" cy="3562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6947" y="1787784"/>
            <a:ext cx="4646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라그나로크 </a:t>
            </a:r>
            <a:r>
              <a:rPr lang="ko-KR" altLang="en-US" dirty="0" err="1" smtClean="0"/>
              <a:t>직업군을</a:t>
            </a:r>
            <a:r>
              <a:rPr lang="ko-KR" altLang="en-US" dirty="0" smtClean="0"/>
              <a:t> 그대로 이용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최초 시작 시 </a:t>
            </a:r>
            <a:r>
              <a:rPr lang="ko-KR" altLang="en-US" dirty="0" err="1" smtClean="0"/>
              <a:t>노비스를</a:t>
            </a:r>
            <a:r>
              <a:rPr lang="ko-KR" altLang="en-US" dirty="0" smtClean="0"/>
              <a:t> 제외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직업군을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선택한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직업군</a:t>
            </a:r>
            <a:r>
              <a:rPr lang="ko-KR" altLang="en-US" dirty="0" smtClean="0"/>
              <a:t> 중 메인캐릭터를 자유롭게 변경이 가능함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스테이지는 선택한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캐릭터가 입장하며 설정한 메인 캐릭터를 조작하고  나머진 자동으로 따른다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4455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628"/>
          </a:xfrm>
        </p:spPr>
        <p:txBody>
          <a:bodyPr/>
          <a:lstStyle/>
          <a:p>
            <a:pPr algn="ctr"/>
            <a:r>
              <a:rPr lang="ko-KR" altLang="en-US" dirty="0" smtClean="0"/>
              <a:t>게임 장르 및 컨셉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6" y="1573568"/>
            <a:ext cx="2296887" cy="19122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71" y="3641415"/>
            <a:ext cx="3686560" cy="2368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62607" y="2035922"/>
            <a:ext cx="552372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dirty="0" smtClean="0"/>
              <a:t>스테이지 진입 전 맵 컨셉</a:t>
            </a:r>
            <a:endParaRPr lang="en-US" altLang="ko-K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진행 순서 </a:t>
            </a:r>
            <a:r>
              <a:rPr lang="ko-KR" altLang="en-US" dirty="0" err="1" smtClean="0"/>
              <a:t>고민요소를</a:t>
            </a:r>
            <a:r>
              <a:rPr lang="ko-KR" altLang="en-US" dirty="0" smtClean="0"/>
              <a:t> 삭제한 </a:t>
            </a:r>
            <a:r>
              <a:rPr lang="ko-KR" altLang="en-US" dirty="0" err="1" smtClean="0"/>
              <a:t>단방향</a:t>
            </a:r>
            <a:r>
              <a:rPr lang="ko-KR" altLang="en-US" dirty="0" smtClean="0"/>
              <a:t> 정해진 맵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클리어</a:t>
            </a:r>
            <a:r>
              <a:rPr lang="ko-KR" altLang="en-US" dirty="0" smtClean="0"/>
              <a:t> 시 다음 </a:t>
            </a:r>
            <a:r>
              <a:rPr lang="ko-KR" altLang="en-US" dirty="0" err="1" smtClean="0"/>
              <a:t>맵이</a:t>
            </a:r>
            <a:r>
              <a:rPr lang="ko-KR" altLang="en-US" dirty="0" smtClean="0"/>
              <a:t> 열리는 방식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스테이지 입장 후 전투가 이루어지는 방식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r>
              <a:rPr lang="ko-KR" altLang="en-US" dirty="0" smtClean="0"/>
              <a:t>예시 사진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슈퍼마리오</a:t>
            </a:r>
            <a:r>
              <a:rPr lang="ko-KR" altLang="en-US" dirty="0" smtClean="0"/>
              <a:t> 월드의 맵</a:t>
            </a:r>
            <a:endParaRPr lang="en-US" altLang="ko-KR" dirty="0" smtClean="0"/>
          </a:p>
          <a:p>
            <a:r>
              <a:rPr lang="en-US" altLang="ko-KR" dirty="0" smtClean="0"/>
              <a:t>	    </a:t>
            </a:r>
            <a:r>
              <a:rPr lang="ko-KR" altLang="en-US" dirty="0" err="1" smtClean="0"/>
              <a:t>파타퐁</a:t>
            </a:r>
            <a:r>
              <a:rPr lang="en-US" altLang="ko-KR" dirty="0" smtClean="0"/>
              <a:t>2</a:t>
            </a:r>
            <a:r>
              <a:rPr lang="ko-KR" altLang="en-US" dirty="0" smtClean="0"/>
              <a:t>의 월드 맵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073" y="1573568"/>
            <a:ext cx="3226320" cy="191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4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89163" cy="726557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스테이지 진입 후의 게임 진행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0169"/>
            <a:ext cx="4204482" cy="3144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1837" y="1521084"/>
            <a:ext cx="52904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 smtClean="0"/>
              <a:t>드래곤사가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던파와 비슷한 형태의 </a:t>
            </a:r>
            <a:r>
              <a:rPr lang="ko-KR" altLang="en-US" dirty="0" err="1" smtClean="0"/>
              <a:t>횡스크롤</a:t>
            </a:r>
            <a:r>
              <a:rPr lang="ko-KR" altLang="en-US" dirty="0" smtClean="0"/>
              <a:t> 전투 </a:t>
            </a:r>
            <a:r>
              <a:rPr lang="ko-KR" altLang="en-US" dirty="0" err="1" smtClean="0"/>
              <a:t>액션방식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중도에 언제든지 스테이지 나가기가 가능하며 무조건 완료하지 않더라도 입장해서 획득한 보상이 가능하도록 현대인들의 바쁜 일상을 고려한 방식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한번 </a:t>
            </a:r>
            <a:r>
              <a:rPr lang="ko-KR" altLang="en-US" dirty="0" err="1" smtClean="0"/>
              <a:t>전투때마다</a:t>
            </a:r>
            <a:r>
              <a:rPr lang="ko-KR" altLang="en-US" dirty="0" smtClean="0"/>
              <a:t>  </a:t>
            </a:r>
            <a:r>
              <a:rPr lang="ko-KR" altLang="en-US" dirty="0" err="1" smtClean="0"/>
              <a:t>오랜시간이</a:t>
            </a:r>
            <a:r>
              <a:rPr lang="ko-KR" altLang="en-US" dirty="0" smtClean="0"/>
              <a:t> 필요하면 </a:t>
            </a:r>
            <a:r>
              <a:rPr lang="ko-KR" altLang="en-US" dirty="0" err="1" smtClean="0"/>
              <a:t>아무때나</a:t>
            </a:r>
            <a:r>
              <a:rPr lang="ko-KR" altLang="en-US" dirty="0" smtClean="0"/>
              <a:t> 부담없이 게임을 켤 수가 없는 문제를 해결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스테이지를 </a:t>
            </a:r>
            <a:r>
              <a:rPr lang="ko-KR" altLang="en-US" dirty="0" err="1" smtClean="0"/>
              <a:t>완료했을때만</a:t>
            </a:r>
            <a:r>
              <a:rPr lang="ko-KR" altLang="en-US" dirty="0" smtClean="0"/>
              <a:t> 얻을 수 있는 보상 따로 존재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자동사냥 존재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수동 </a:t>
            </a:r>
            <a:r>
              <a:rPr lang="ko-KR" altLang="en-US" dirty="0" err="1" smtClean="0"/>
              <a:t>플레이때의</a:t>
            </a:r>
            <a:r>
              <a:rPr lang="ko-KR" altLang="en-US" dirty="0" smtClean="0"/>
              <a:t> 이점을 부여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스테이지는 노가다 형태의 플레이로 재 방문 재 진입이 가능하다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885635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스테이지 수동 플레이의 이점 부여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09" y="2230016"/>
            <a:ext cx="5271623" cy="2965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3627" y="2004500"/>
            <a:ext cx="57622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설정한 메인 캐릭터는 </a:t>
            </a:r>
            <a:r>
              <a:rPr lang="ko-KR" altLang="en-US" dirty="0" err="1" smtClean="0"/>
              <a:t>필살기</a:t>
            </a:r>
            <a:r>
              <a:rPr lang="ko-KR" altLang="en-US" dirty="0" smtClean="0"/>
              <a:t> 게이지가 존재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필살기</a:t>
            </a:r>
            <a:r>
              <a:rPr lang="ko-KR" altLang="en-US" dirty="0" smtClean="0"/>
              <a:t> 게이지는 수동 조작으로 전투를 할 시 채워지는 구조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필살기는</a:t>
            </a:r>
            <a:r>
              <a:rPr lang="ko-KR" altLang="en-US" dirty="0" smtClean="0"/>
              <a:t> 각 캐릭터마다 고유한 </a:t>
            </a:r>
            <a:r>
              <a:rPr lang="ko-KR" altLang="en-US" dirty="0" err="1" smtClean="0"/>
              <a:t>광역스킬을</a:t>
            </a:r>
            <a:r>
              <a:rPr lang="ko-KR" altLang="en-US" dirty="0" smtClean="0"/>
              <a:t> 사용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필살기를</a:t>
            </a:r>
            <a:r>
              <a:rPr lang="ko-KR" altLang="en-US" dirty="0" smtClean="0"/>
              <a:t> 사용하여 적을 쓰러뜨릴 시 경험치나 드롭 확률이 </a:t>
            </a:r>
            <a:r>
              <a:rPr lang="en-US" altLang="ko-KR" dirty="0" smtClean="0"/>
              <a:t>50%</a:t>
            </a:r>
            <a:r>
              <a:rPr lang="ko-KR" altLang="en-US" dirty="0" smtClean="0"/>
              <a:t>씩 증가한다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수동 플레이 기여도가 높으면 스테이지 </a:t>
            </a:r>
            <a:r>
              <a:rPr lang="ko-KR" altLang="en-US" dirty="0" err="1" smtClean="0"/>
              <a:t>클리어</a:t>
            </a:r>
            <a:r>
              <a:rPr lang="ko-KR" altLang="en-US" dirty="0" smtClean="0"/>
              <a:t> 시 필살 게이지 경험치도 획득 가능하다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193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전투 시스템의 기본 사양</a:t>
            </a:r>
            <a:endParaRPr lang="ko-KR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642188" y="2230016"/>
            <a:ext cx="87614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SP</a:t>
            </a:r>
            <a:r>
              <a:rPr lang="ko-KR" altLang="en-US" dirty="0" smtClean="0"/>
              <a:t>나 </a:t>
            </a:r>
            <a:r>
              <a:rPr lang="ko-KR" altLang="en-US" dirty="0" err="1" smtClean="0"/>
              <a:t>파란물약이</a:t>
            </a:r>
            <a:r>
              <a:rPr lang="ko-KR" altLang="en-US" dirty="0" smtClean="0"/>
              <a:t> 없다</a:t>
            </a:r>
            <a:r>
              <a:rPr lang="en-US" altLang="ko-KR" dirty="0" smtClean="0"/>
              <a:t>. HP</a:t>
            </a:r>
            <a:r>
              <a:rPr lang="ko-KR" altLang="en-US" dirty="0" smtClean="0"/>
              <a:t>만 존재하며 전투 시 따로따로 먹어야 하는 복잡도를 간소화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SP</a:t>
            </a:r>
            <a:r>
              <a:rPr lang="ko-KR" altLang="en-US" dirty="0" smtClean="0"/>
              <a:t>의 부재로 각 스킬은 </a:t>
            </a:r>
            <a:r>
              <a:rPr lang="ko-KR" altLang="en-US" dirty="0" err="1" smtClean="0"/>
              <a:t>쿨타임만</a:t>
            </a:r>
            <a:r>
              <a:rPr lang="ko-KR" altLang="en-US" dirty="0" smtClean="0"/>
              <a:t> 존재하며 스테이지 내에서 자유롭게 사용 가능하다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라그나로크 시스템처럼 </a:t>
            </a:r>
            <a:r>
              <a:rPr lang="en-US" altLang="ko-KR" dirty="0" smtClean="0"/>
              <a:t>Base </a:t>
            </a:r>
            <a:r>
              <a:rPr lang="ko-KR" altLang="en-US" dirty="0" smtClean="0"/>
              <a:t>레벨과 </a:t>
            </a:r>
            <a:r>
              <a:rPr lang="en-US" altLang="ko-KR" dirty="0" smtClean="0"/>
              <a:t>Job </a:t>
            </a:r>
            <a:r>
              <a:rPr lang="ko-KR" altLang="en-US" dirty="0" smtClean="0"/>
              <a:t>레벨이 따로 존재하지 않는다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Base</a:t>
            </a:r>
            <a:r>
              <a:rPr lang="ko-KR" altLang="en-US" dirty="0"/>
              <a:t> </a:t>
            </a:r>
            <a:r>
              <a:rPr lang="ko-KR" altLang="en-US" dirty="0" smtClean="0"/>
              <a:t>경험치 하나만 간단하게 존재하며 몬스터 설정에서의 복잡도를 줄인다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4. Job</a:t>
            </a:r>
            <a:r>
              <a:rPr lang="ko-KR" altLang="en-US" dirty="0" smtClean="0"/>
              <a:t>레벨 상승으로 </a:t>
            </a:r>
            <a:r>
              <a:rPr lang="ko-KR" altLang="en-US" dirty="0" err="1" smtClean="0"/>
              <a:t>스킬레벨</a:t>
            </a:r>
            <a:r>
              <a:rPr lang="ko-KR" altLang="en-US" dirty="0" smtClean="0"/>
              <a:t> 부여는 스킬경험치를 올려주는 아이템을 먹여</a:t>
            </a:r>
            <a:endParaRPr lang="en-US" altLang="ko-KR" dirty="0" smtClean="0"/>
          </a:p>
          <a:p>
            <a:r>
              <a:rPr lang="ko-KR" altLang="en-US" dirty="0" smtClean="0"/>
              <a:t>   </a:t>
            </a:r>
            <a:r>
              <a:rPr lang="ko-KR" altLang="en-US" dirty="0" err="1" smtClean="0"/>
              <a:t>레벨업</a:t>
            </a:r>
            <a:r>
              <a:rPr lang="ko-KR" altLang="en-US" dirty="0" smtClean="0"/>
              <a:t> 시 스킬 하나를 배울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603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기존 라그나로크 온라인의 장점의 활용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5" y="1629036"/>
            <a:ext cx="3838575" cy="23699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6" y="3999012"/>
            <a:ext cx="3838575" cy="2581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5224" y="1690688"/>
            <a:ext cx="56356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각 </a:t>
            </a:r>
            <a:r>
              <a:rPr lang="ko-KR" altLang="en-US" dirty="0" err="1" smtClean="0"/>
              <a:t>맵에서만</a:t>
            </a:r>
            <a:r>
              <a:rPr lang="ko-KR" altLang="en-US" dirty="0" smtClean="0"/>
              <a:t> 등장하는 특산물이 있어서 </a:t>
            </a:r>
            <a:r>
              <a:rPr lang="ko-KR" altLang="en-US" dirty="0" err="1" smtClean="0"/>
              <a:t>고레벨이</a:t>
            </a:r>
            <a:r>
              <a:rPr lang="ko-KR" altLang="en-US" dirty="0" smtClean="0"/>
              <a:t>                   되더라도 재방문을 하기에 버려지는 </a:t>
            </a:r>
            <a:r>
              <a:rPr lang="ko-KR" altLang="en-US" dirty="0" err="1" smtClean="0"/>
              <a:t>맵이</a:t>
            </a:r>
            <a:r>
              <a:rPr lang="ko-KR" altLang="en-US" dirty="0" smtClean="0"/>
              <a:t> 없다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재방문으로 인해 얻는 잡다한 아이템들을 조합하여 </a:t>
            </a:r>
            <a:r>
              <a:rPr lang="en-US" altLang="ko-KR" dirty="0" smtClean="0"/>
              <a:t>Job </a:t>
            </a:r>
            <a:r>
              <a:rPr lang="ko-KR" altLang="en-US" dirty="0" smtClean="0"/>
              <a:t>경험치를 얻는 아이템을 제조할 수 있다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Job </a:t>
            </a:r>
            <a:r>
              <a:rPr lang="ko-KR" altLang="en-US" dirty="0" smtClean="0"/>
              <a:t>경험치를 얻어서 스킬을 배우면 </a:t>
            </a:r>
            <a:r>
              <a:rPr lang="ko-KR" altLang="en-US" dirty="0" err="1" smtClean="0"/>
              <a:t>일정레벨이</a:t>
            </a:r>
            <a:r>
              <a:rPr lang="ko-KR" altLang="en-US" dirty="0" smtClean="0"/>
              <a:t> 될 때 전직을 할 수 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928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6861" y="3557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3200" dirty="0" err="1" smtClean="0"/>
              <a:t>레벨업</a:t>
            </a:r>
            <a:r>
              <a:rPr lang="ko-KR" altLang="en-US" sz="3200" dirty="0" smtClean="0"/>
              <a:t> 시스템</a:t>
            </a:r>
            <a:endParaRPr lang="ko-KR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56861" y="1894114"/>
            <a:ext cx="94332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레벨업을</a:t>
            </a:r>
            <a:r>
              <a:rPr lang="ko-KR" altLang="en-US" dirty="0" smtClean="0"/>
              <a:t> 할 수 </a:t>
            </a:r>
            <a:r>
              <a:rPr lang="ko-KR" altLang="en-US" dirty="0" err="1" smtClean="0"/>
              <a:t>있는것은</a:t>
            </a:r>
            <a:r>
              <a:rPr lang="ko-KR" altLang="en-US" dirty="0" smtClean="0"/>
              <a:t> 다음과 같다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Base </a:t>
            </a:r>
            <a:r>
              <a:rPr lang="ko-KR" altLang="en-US" dirty="0" smtClean="0"/>
              <a:t>경험치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실제 캐릭터의 레벨을 의미하며 </a:t>
            </a:r>
            <a:r>
              <a:rPr lang="ko-KR" altLang="en-US" dirty="0" err="1" smtClean="0"/>
              <a:t>스탯은</a:t>
            </a:r>
            <a:r>
              <a:rPr lang="ko-KR" altLang="en-US" dirty="0" smtClean="0"/>
              <a:t> 따로 부여하지 않아 추후 쉬운 </a:t>
            </a:r>
            <a:r>
              <a:rPr lang="ko-KR" altLang="en-US" dirty="0" err="1" smtClean="0"/>
              <a:t>밸런싱이</a:t>
            </a:r>
            <a:r>
              <a:rPr lang="ko-KR" altLang="en-US" dirty="0"/>
              <a:t> </a:t>
            </a:r>
            <a:r>
              <a:rPr lang="ko-KR" altLang="en-US" dirty="0" smtClean="0"/>
              <a:t>쉬우며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오버스펙을</a:t>
            </a:r>
            <a:r>
              <a:rPr lang="ko-KR" altLang="en-US" dirty="0" smtClean="0"/>
              <a:t> 방지한다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Job </a:t>
            </a:r>
            <a:r>
              <a:rPr lang="ko-KR" altLang="en-US" dirty="0" smtClean="0"/>
              <a:t>경험치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스테이지 완전 </a:t>
            </a:r>
            <a:r>
              <a:rPr lang="ko-KR" altLang="en-US" dirty="0" err="1" smtClean="0"/>
              <a:t>클리어</a:t>
            </a:r>
            <a:r>
              <a:rPr lang="ko-KR" altLang="en-US" dirty="0" smtClean="0"/>
              <a:t> 시 또는 아이템들을 모아 조합한 물약으로 </a:t>
            </a:r>
            <a:r>
              <a:rPr lang="ko-KR" altLang="en-US" dirty="0" err="1" smtClean="0"/>
              <a:t>레벨업</a:t>
            </a:r>
            <a:r>
              <a:rPr lang="ko-KR" altLang="en-US" dirty="0" smtClean="0"/>
              <a:t> 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즉 스테이지를 중도에 나가거나 조합 아이템을 모으지 않으면 스킬레벨업이 더디다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필살 게이지 경험치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수동 </a:t>
            </a:r>
            <a:r>
              <a:rPr lang="ko-KR" altLang="en-US" dirty="0" err="1" smtClean="0"/>
              <a:t>조작시에만</a:t>
            </a:r>
            <a:r>
              <a:rPr lang="ko-KR" altLang="en-US" dirty="0" smtClean="0"/>
              <a:t> 필살 게이지가 증가하며 게이지 경험치를 늘려서 </a:t>
            </a:r>
            <a:r>
              <a:rPr lang="ko-KR" altLang="en-US" dirty="0" err="1" smtClean="0"/>
              <a:t>레벨업</a:t>
            </a:r>
            <a:r>
              <a:rPr lang="ko-KR" altLang="en-US" dirty="0" smtClean="0"/>
              <a:t> 하면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용량이 증가한다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전투 시 게이지는 </a:t>
            </a:r>
            <a:r>
              <a:rPr lang="ko-KR" altLang="en-US" dirty="0" err="1" smtClean="0"/>
              <a:t>몹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체 타격 시 </a:t>
            </a:r>
            <a:r>
              <a:rPr lang="en-US" altLang="ko-KR" dirty="0" smtClean="0"/>
              <a:t>1% </a:t>
            </a:r>
            <a:r>
              <a:rPr lang="ko-KR" altLang="en-US" dirty="0" smtClean="0"/>
              <a:t>정도씩 오르므로 용량이 커질 수                                          </a:t>
            </a:r>
            <a:endParaRPr lang="en-US" altLang="ko-KR" dirty="0" smtClean="0"/>
          </a:p>
          <a:p>
            <a:r>
              <a:rPr lang="ko-KR" altLang="en-US" dirty="0" smtClean="0"/>
              <a:t>   록 </a:t>
            </a:r>
            <a:r>
              <a:rPr lang="ko-KR" altLang="en-US" dirty="0" err="1" smtClean="0"/>
              <a:t>저단계</a:t>
            </a:r>
            <a:r>
              <a:rPr lang="ko-KR" altLang="en-US" dirty="0" smtClean="0"/>
              <a:t> 레벨 </a:t>
            </a:r>
            <a:r>
              <a:rPr lang="ko-KR" altLang="en-US" dirty="0" err="1" smtClean="0"/>
              <a:t>필살기를</a:t>
            </a:r>
            <a:r>
              <a:rPr lang="ko-KR" altLang="en-US" dirty="0" smtClean="0"/>
              <a:t> 자주 사용 가능하다</a:t>
            </a:r>
            <a:r>
              <a:rPr lang="en-US" altLang="ko-KR" dirty="0" smtClean="0"/>
              <a:t>.  </a:t>
            </a:r>
            <a:r>
              <a:rPr lang="ko-KR" altLang="en-US" dirty="0" smtClean="0"/>
              <a:t>필살 게이지의 단계가 높을수록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ko-KR" altLang="en-US" dirty="0" smtClean="0"/>
              <a:t>범위나 </a:t>
            </a:r>
            <a:r>
              <a:rPr lang="ko-KR" altLang="en-US" dirty="0" err="1" smtClean="0"/>
              <a:t>데미지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이펙트에 차별화를 둔다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65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전직 시스템</a:t>
            </a:r>
            <a:endParaRPr lang="ko-KR" altLang="en-US" sz="3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1" y="1539551"/>
            <a:ext cx="4688599" cy="5001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35690" y="1903445"/>
            <a:ext cx="4991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일정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레벨</a:t>
            </a:r>
            <a:r>
              <a:rPr lang="en-US" altLang="ko-KR" dirty="0" smtClean="0"/>
              <a:t>, Job </a:t>
            </a:r>
            <a:r>
              <a:rPr lang="ko-KR" altLang="en-US" dirty="0" smtClean="0"/>
              <a:t>레벨이 되면 전직이 가능하다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전직 시 특정한 미션과 아이템이 필요하다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계열이 다른 방향으로 직업을 다시 변경할 시 캐쉬 아이템이 필요하다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직업 변경의 </a:t>
            </a:r>
            <a:r>
              <a:rPr lang="ko-KR" altLang="en-US" dirty="0" err="1" smtClean="0"/>
              <a:t>패널티는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Job</a:t>
            </a:r>
            <a:r>
              <a:rPr lang="ko-KR" altLang="en-US" dirty="0" smtClean="0"/>
              <a:t>레벨의 초기화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16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멀티 플레이 설정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5" y="2455801"/>
            <a:ext cx="4127410" cy="3086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13176" y="2166550"/>
            <a:ext cx="5943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특정 </a:t>
            </a:r>
            <a:r>
              <a:rPr lang="ko-KR" altLang="en-US" dirty="0" err="1" smtClean="0"/>
              <a:t>맵에</a:t>
            </a:r>
            <a:r>
              <a:rPr lang="ko-KR" altLang="en-US" dirty="0" smtClean="0"/>
              <a:t> 진입하면 스테이지가 아닌 만남의 광장으로 모인다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멀티플레이의 로비 역할을 하며 해당 로비에서 특정한 던전으로 다같이 파티를 통해 입장할 수 있다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무조건적인 </a:t>
            </a:r>
            <a:r>
              <a:rPr lang="ko-KR" altLang="en-US" dirty="0" err="1" smtClean="0"/>
              <a:t>파티강요</a:t>
            </a:r>
            <a:r>
              <a:rPr lang="ko-KR" altLang="en-US" dirty="0" smtClean="0"/>
              <a:t> 컨텐츠를 피하기 위해 </a:t>
            </a:r>
            <a:r>
              <a:rPr lang="ko-KR" altLang="en-US" dirty="0" err="1" smtClean="0"/>
              <a:t>싱글모드도</a:t>
            </a:r>
            <a:r>
              <a:rPr lang="ko-KR" altLang="en-US" dirty="0" smtClean="0"/>
              <a:t> 존재한다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파티 던전을 도전할 시 경험치 및 아이템 드롭을 </a:t>
            </a:r>
            <a:r>
              <a:rPr lang="en-US" altLang="ko-KR" dirty="0" smtClean="0"/>
              <a:t>3</a:t>
            </a:r>
            <a:r>
              <a:rPr lang="ko-KR" altLang="en-US" dirty="0" smtClean="0"/>
              <a:t>배로 받을 수 있다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무기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방어구</a:t>
            </a:r>
            <a:r>
              <a:rPr lang="ko-KR" altLang="en-US" dirty="0" smtClean="0"/>
              <a:t> 재료들을 던전에서 구할 수 있다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파티는 </a:t>
            </a:r>
            <a:r>
              <a:rPr lang="ko-KR" altLang="en-US" dirty="0" err="1" smtClean="0"/>
              <a:t>메인으로</a:t>
            </a:r>
            <a:r>
              <a:rPr lang="ko-KR" altLang="en-US" dirty="0" smtClean="0"/>
              <a:t> 설정한 캐릭터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개만 입장한다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547079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200" dirty="0" smtClean="0"/>
              <a:t>캐쉬 아이템 </a:t>
            </a:r>
            <a:r>
              <a:rPr lang="ko-KR" altLang="en-US" sz="3200" dirty="0" err="1" smtClean="0"/>
              <a:t>매출전략</a:t>
            </a:r>
            <a:endParaRPr lang="ko-KR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866123"/>
            <a:ext cx="95001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캐릭터 </a:t>
            </a:r>
            <a:r>
              <a:rPr lang="en-US" altLang="ko-KR" dirty="0" smtClean="0"/>
              <a:t>3</a:t>
            </a:r>
            <a:r>
              <a:rPr lang="ko-KR" altLang="en-US" dirty="0" smtClean="0"/>
              <a:t>종 선택 시 추가슬롯으로 총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개의 캐릭터를 선택할 수 있다</a:t>
            </a:r>
            <a:endParaRPr lang="en-US" altLang="ko-KR" dirty="0" smtClean="0"/>
          </a:p>
          <a:p>
            <a:r>
              <a:rPr lang="ko-KR" altLang="en-US" dirty="0" smtClean="0"/>
              <a:t>기본 </a:t>
            </a:r>
            <a:r>
              <a:rPr lang="en-US" altLang="ko-KR" dirty="0" smtClean="0"/>
              <a:t>3</a:t>
            </a:r>
            <a:r>
              <a:rPr lang="ko-KR" altLang="en-US" dirty="0" err="1" smtClean="0"/>
              <a:t>캐릭에서</a:t>
            </a:r>
            <a:r>
              <a:rPr lang="ko-KR" altLang="en-US" dirty="0" smtClean="0"/>
              <a:t> 추가로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슬롯을 구매할 수 있으며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 슬롯이 활성화 되면</a:t>
            </a:r>
            <a:endParaRPr lang="en-US" altLang="ko-KR" dirty="0" smtClean="0"/>
          </a:p>
          <a:p>
            <a:r>
              <a:rPr lang="ko-KR" altLang="en-US" dirty="0" smtClean="0"/>
              <a:t>스테이지에 골라서 들어갈 수 있는 캐릭터 </a:t>
            </a:r>
            <a:r>
              <a:rPr lang="ko-KR" altLang="en-US" dirty="0" err="1" smtClean="0"/>
              <a:t>직업군</a:t>
            </a:r>
            <a:r>
              <a:rPr lang="ko-KR" altLang="en-US" dirty="0" smtClean="0"/>
              <a:t> 조합이 다양해진다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직업 </a:t>
            </a:r>
            <a:r>
              <a:rPr lang="ko-KR" altLang="en-US" dirty="0" err="1" smtClean="0"/>
              <a:t>변경권으로</a:t>
            </a:r>
            <a:r>
              <a:rPr lang="ko-KR" altLang="en-US" dirty="0" smtClean="0"/>
              <a:t> 직업을 변경할 수 있다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코스튬 또는 외형 아이템을 인 게임에서 제작 후 해당 아이템이 외형 실물로</a:t>
            </a:r>
            <a:endParaRPr lang="en-US" altLang="ko-KR" dirty="0" smtClean="0"/>
          </a:p>
          <a:p>
            <a:r>
              <a:rPr lang="ko-KR" altLang="en-US" dirty="0" smtClean="0"/>
              <a:t> 보여지는 스프레이를 구매할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별도로 캐쉬 의존 코스튬은 판매하지 않는다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4. HP </a:t>
            </a:r>
            <a:r>
              <a:rPr lang="ko-KR" altLang="en-US" dirty="0" smtClean="0"/>
              <a:t>회복을 돕는 아이템을 판매한다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5. </a:t>
            </a:r>
            <a:r>
              <a:rPr lang="ko-KR" altLang="en-US" dirty="0" smtClean="0"/>
              <a:t>경험치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드롭률</a:t>
            </a:r>
            <a:r>
              <a:rPr lang="ko-KR" altLang="en-US" dirty="0" smtClean="0"/>
              <a:t> 관련 아이템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제련 </a:t>
            </a:r>
            <a:r>
              <a:rPr lang="ko-KR" altLang="en-US" dirty="0" err="1" smtClean="0"/>
              <a:t>강화관련</a:t>
            </a:r>
            <a:r>
              <a:rPr lang="ko-KR" altLang="en-US" dirty="0" smtClean="0"/>
              <a:t> 아이템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6. </a:t>
            </a:r>
            <a:r>
              <a:rPr lang="ko-KR" altLang="en-US" dirty="0" err="1" smtClean="0"/>
              <a:t>인게임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획득가능</a:t>
            </a:r>
            <a:r>
              <a:rPr lang="ko-KR" altLang="en-US" dirty="0" smtClean="0"/>
              <a:t> 아이템이지만 캐쉬를 통해 플레이 시간을 단축시킬 수 있는</a:t>
            </a:r>
            <a:endParaRPr lang="en-US" altLang="ko-KR" dirty="0" smtClean="0"/>
          </a:p>
          <a:p>
            <a:r>
              <a:rPr lang="ko-KR" altLang="en-US" dirty="0" err="1" smtClean="0"/>
              <a:t>아이템류를</a:t>
            </a:r>
            <a:r>
              <a:rPr lang="ko-KR" altLang="en-US" dirty="0" smtClean="0"/>
              <a:t> 판매한다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50389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1120"/>
          </a:xfrm>
        </p:spPr>
        <p:txBody>
          <a:bodyPr/>
          <a:lstStyle/>
          <a:p>
            <a:pPr algn="ctr"/>
            <a:r>
              <a:rPr lang="ko-KR" altLang="en-US" dirty="0" smtClean="0"/>
              <a:t>지원 플랫폼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74237" y="2425959"/>
            <a:ext cx="792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모바일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안드로이드 </a:t>
            </a:r>
            <a:r>
              <a:rPr lang="en-US" altLang="ko-KR" dirty="0" smtClean="0"/>
              <a:t>/ IOS / PC </a:t>
            </a:r>
            <a:r>
              <a:rPr lang="ko-KR" altLang="en-US" dirty="0" smtClean="0"/>
              <a:t>지원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2922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16002"/>
          </a:xfrm>
        </p:spPr>
        <p:txBody>
          <a:bodyPr/>
          <a:lstStyle/>
          <a:p>
            <a:pPr algn="ctr"/>
            <a:r>
              <a:rPr lang="en-US" altLang="ko-KR" dirty="0" smtClean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1374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748</Words>
  <Application>Microsoft Office PowerPoint</Application>
  <PresentationFormat>와이드스크린</PresentationFormat>
  <Paragraphs>136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신규 프로젝트 기획</vt:lpstr>
      <vt:lpstr>좋은 게임이 되기 위하여 반드시 생각해야 할 요소</vt:lpstr>
      <vt:lpstr>흥행에 방해가 되며 피해야 할 요소</vt:lpstr>
      <vt:lpstr>최초 로그인 및 게임 시작 시</vt:lpstr>
      <vt:lpstr>게임 장르 및 컨셉</vt:lpstr>
      <vt:lpstr>스테이지 진입 후의 게임 진행</vt:lpstr>
      <vt:lpstr>스테이지 수동 플레이의 이점 부여</vt:lpstr>
      <vt:lpstr>전투 시스템의 기본 사양</vt:lpstr>
      <vt:lpstr>기존 라그나로크 온라인의 장점의 활용</vt:lpstr>
      <vt:lpstr>레벨업 시스템</vt:lpstr>
      <vt:lpstr>전직 시스템</vt:lpstr>
      <vt:lpstr>멀티 플레이 설정</vt:lpstr>
      <vt:lpstr>캐쉬 아이템 매출전략</vt:lpstr>
      <vt:lpstr>지원 플랫폼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신규 프로젝트 기획안</dc:title>
  <dc:creator>GRAVITY</dc:creator>
  <cp:lastModifiedBy>GRAVITY</cp:lastModifiedBy>
  <cp:revision>22</cp:revision>
  <dcterms:created xsi:type="dcterms:W3CDTF">2026-04-15T02:32:32Z</dcterms:created>
  <dcterms:modified xsi:type="dcterms:W3CDTF">2026-04-15T07:23:17Z</dcterms:modified>
</cp:coreProperties>
</file>